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68" r:id="rId11"/>
    <p:sldId id="262" r:id="rId12"/>
    <p:sldId id="269" r:id="rId13"/>
    <p:sldId id="270" r:id="rId14"/>
    <p:sldId id="272" r:id="rId15"/>
    <p:sldId id="273" r:id="rId16"/>
    <p:sldId id="274" r:id="rId17"/>
    <p:sldId id="275" r:id="rId18"/>
    <p:sldId id="263" r:id="rId19"/>
    <p:sldId id="264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92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4AF89-2C01-B0B4-844D-F6E7016756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F62D00-94E1-F51C-2819-B08994E658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DA0F8-3A3B-AC37-C487-E894266A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F9423-2017-3842-87FE-4FE4EB9FAFE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7712D-B204-DE8B-307E-011B07F47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35DD2-63CE-F3E2-D919-720A0D586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ED7F6-76CF-1C43-8587-D7BC0C4FD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237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1EE72-7715-2482-56F0-53155BE3C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D41AF-D88B-824D-F8BD-780C4CC82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EB069-5FDA-513A-0D8E-891BB4456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F9423-2017-3842-87FE-4FE4EB9FAFE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8E659-DDDA-D53B-5312-2AD775A3E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CD0DB-76CB-4758-0472-2620F4B41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ED7F6-76CF-1C43-8587-D7BC0C4FD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734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9CD2-3A7C-11DF-77F9-A6A2F9081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3359F-6CB6-442B-CAEF-4B425330E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819FC-F479-049C-33AA-2740138D4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F9423-2017-3842-87FE-4FE4EB9FAFE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00D-594F-0BEE-630B-C7247A819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46383-8834-0E16-A705-E8C80A6FC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ED7F6-76CF-1C43-8587-D7BC0C4FD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650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7E4A7-1B83-8ADD-225E-E59DA6FCE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6B25D-C37B-1104-9859-ABAAC93C46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61D3EE-E396-E3AE-4EA5-6F3B039B8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0EFB46-3FB2-A00B-B622-A185E1007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F9423-2017-3842-87FE-4FE4EB9FAFE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5277D-4C37-9B3C-C929-3A73B4A8B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E1090-BF21-B4F7-A10A-B90F5BE1B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ED7F6-76CF-1C43-8587-D7BC0C4FD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7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6F8A0-739B-2831-F5F4-3640E37C7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F778D-E39F-2A02-9513-FAC95A52A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783387-C766-022D-AA75-C5118A523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D10DCD-FA2B-5663-E11F-F214225773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4F7585-6D24-1DC5-4963-1E3F8CEB43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7EF2BF-9986-AE11-642B-DD8482A40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F9423-2017-3842-87FE-4FE4EB9FAFE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07C946-C78E-9962-3D94-78401EDCC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593023-1446-7D5E-6E7B-384C6FDA4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ED7F6-76CF-1C43-8587-D7BC0C4FD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689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BB930-2F94-1FB8-5303-3B2A8551A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878D2C-395D-6618-C21F-E7A8D92D4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F9423-2017-3842-87FE-4FE4EB9FAFE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33805F-1754-7686-EEA7-DACCEB828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9DD83A-A20C-1DD0-A684-B2CDCB521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ED7F6-76CF-1C43-8587-D7BC0C4FD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805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6267EE-113F-127B-EB39-42E6E317D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F9423-2017-3842-87FE-4FE4EB9FAFE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62E34-DBAA-94D3-EFFF-0E3A15E7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C64A0-795D-0EC7-0CA4-11357DF6D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ED7F6-76CF-1C43-8587-D7BC0C4FD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45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0D87A-A14A-635C-B1E9-566E85FD7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F8BF9-B45D-C047-8DBC-D28EA7ADC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61F1A4-65BD-7F4A-0E32-16D488A8B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7FD2B1-A2FE-425B-3E30-431161011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F9423-2017-3842-87FE-4FE4EB9FAFE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9AF0A-2F9E-8855-DB5F-ECFDD19CF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D80BA-1867-A49D-74D2-F02AA10B2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ED7F6-76CF-1C43-8587-D7BC0C4FD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14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65681-4D12-A7E4-038E-74E8A168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28EEB1-CB1E-0EFC-C32F-FF62CAD3D1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53B42-F874-2DB7-8AB7-DAF17DEE5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7218F-CC71-8DA4-5EBA-6B84D0A53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F9423-2017-3842-87FE-4FE4EB9FAFE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3555B-6083-24F4-F2FF-8A2EC87D1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0304A-0A7A-4127-030F-3438C835F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ED7F6-76CF-1C43-8587-D7BC0C4FD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77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EBF3A-4A59-43CE-FF1F-1E93BFE5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8E33BE-FC82-537C-4AA5-84CBBFC04D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67BE7-A3E9-FB87-88CA-F6F669125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F9423-2017-3842-87FE-4FE4EB9FAFE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482E8-AA6B-277D-B7B4-FE9738387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13849-21C6-1F0D-BD94-12F7EB2B4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ED7F6-76CF-1C43-8587-D7BC0C4FD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93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1A5050-FD52-228B-9990-445171A5C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5FDBBD-8D64-57C7-D47C-C27938CDB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7BDAC-AA32-672C-E5A9-977D68F66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F9423-2017-3842-87FE-4FE4EB9FAFE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8C865-B8F9-3084-EF79-618F75BDD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639E2-77F4-1A32-3225-67F7528DF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ED7F6-76CF-1C43-8587-D7BC0C4FD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29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F15B64-F06A-77E3-9CDA-87CC6A5CB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6B7C1-1AC8-CFD8-B664-B0FBE101B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CB8CD-0447-F4BF-D7D8-2D86E85942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F9423-2017-3842-87FE-4FE4EB9FAFE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7238-AD7B-BC01-8A80-11E73A14F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98C62-7CEE-EAC9-7A4C-3FD74DDF84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5ED7F6-76CF-1C43-8587-D7BC0C4FD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482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C164FE-2C8B-D078-57DE-180E71214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0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8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4EC62-FAFE-C077-EC0D-1B735884F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133E6C-55F5-6019-DFCD-2FEF3FBFD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416503"/>
            <a:ext cx="7772400" cy="2024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604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4B58E-4A16-195D-D902-C4487A76F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7D9C3D-22EB-1AB4-FF4C-0E0A60A58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328" cy="610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41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97304-456C-F1D4-0260-B284DBE23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CF56DF-FAC9-7B48-B36B-FC86425BD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0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019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B9789-C218-5DC5-7F0E-DC5D9AED6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E650B2-D3AA-A8E8-26EA-3A74615CA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83852"/>
            <a:ext cx="7772400" cy="389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628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E3DB-1B6A-1B94-00E2-D05F9B218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DE60F5-1B66-DB3C-6016-0FD966299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83852"/>
            <a:ext cx="7772400" cy="38902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2276F8-97D6-5DC0-4301-682BFD128DAB}"/>
              </a:ext>
            </a:extLst>
          </p:cNvPr>
          <p:cNvSpPr txBox="1"/>
          <p:nvPr/>
        </p:nvSpPr>
        <p:spPr>
          <a:xfrm>
            <a:off x="2655625" y="5657671"/>
            <a:ext cx="60980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800" b="1">
                <a:solidFill>
                  <a:schemeClr val="tx1"/>
                </a:solidFill>
                <a:effectLst/>
                <a:latin typeface="+mn-lt"/>
              </a:rPr>
              <a:t>devcontainer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quita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 docker-in-docker (causa recovery-mode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en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 plan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gra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… 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#8</a:t>
            </a:r>
            <a:endParaRPr lang="en-US" sz="1800" b="1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005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D3EB0-6244-D445-5063-130D8B5AF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12398D-3A0F-0EF6-6434-60A369AAF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83852"/>
            <a:ext cx="7772400" cy="38902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EAC14B-124D-34E6-8034-E6216FE1825A}"/>
              </a:ext>
            </a:extLst>
          </p:cNvPr>
          <p:cNvSpPr txBox="1"/>
          <p:nvPr/>
        </p:nvSpPr>
        <p:spPr>
          <a:xfrm>
            <a:off x="2698155" y="5374147"/>
            <a:ext cx="60980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800" b="1">
                <a:solidFill>
                  <a:schemeClr val="tx1"/>
                </a:solidFill>
                <a:effectLst/>
                <a:latin typeface="+mn-lt"/>
              </a:rPr>
              <a:t>Anexo F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cierre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 §17: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informe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 maestro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renderizado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en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 PDF (15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pag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pdfla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… 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#7</a:t>
            </a:r>
            <a:endParaRPr lang="en-US" sz="1800" b="1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736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8AC69-71A7-6D31-D262-AC1E3373F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733745-5730-E821-FACB-A9FFC801571E}"/>
              </a:ext>
            </a:extLst>
          </p:cNvPr>
          <p:cNvSpPr txBox="1"/>
          <p:nvPr/>
        </p:nvSpPr>
        <p:spPr>
          <a:xfrm>
            <a:off x="2719276" y="5518873"/>
            <a:ext cx="60977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800" b="1">
                <a:solidFill>
                  <a:schemeClr val="tx1"/>
                </a:solidFill>
                <a:effectLst/>
                <a:latin typeface="+mn-lt"/>
              </a:rPr>
              <a:t>Integra material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oficial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 (zip CIB-204 §17): 13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vulnerabilidades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reale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… 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#6</a:t>
            </a:r>
            <a:endParaRPr lang="en-US" sz="1800" b="1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4A8213-C518-6B3E-3AB1-1FEE01D89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83852"/>
            <a:ext cx="7772400" cy="389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21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228FD-EDA5-5D03-4430-02227E9F4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8E26A8-2D14-4488-8F33-F32A2FC0EC51}"/>
              </a:ext>
            </a:extLst>
          </p:cNvPr>
          <p:cNvSpPr txBox="1"/>
          <p:nvPr/>
        </p:nvSpPr>
        <p:spPr>
          <a:xfrm>
            <a:off x="2049425" y="5550771"/>
            <a:ext cx="60977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800" b="1">
                <a:solidFill>
                  <a:schemeClr val="tx1"/>
                </a:solidFill>
                <a:effectLst/>
                <a:latin typeface="+mn-lt"/>
              </a:rPr>
              <a:t>Avance sin zip (2):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Parte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 II del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informe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 (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diseño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 RSA/JWT/pipeline), T… 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#5</a:t>
            </a:r>
            <a:endParaRPr lang="en-US" sz="1800" b="1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A5C805-C697-D00F-1CDC-6C54B43DE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83852"/>
            <a:ext cx="7772400" cy="389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220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C9C13-D740-56C5-098B-30AC59035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0E8F34-A0DF-C483-12F1-070E81C6FC46}"/>
              </a:ext>
            </a:extLst>
          </p:cNvPr>
          <p:cNvSpPr txBox="1"/>
          <p:nvPr/>
        </p:nvSpPr>
        <p:spPr>
          <a:xfrm>
            <a:off x="2876994" y="5657025"/>
            <a:ext cx="60977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Avance sin zip: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validación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 de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objetivos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Tablas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 1-2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completas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Parte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 … 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#4</a:t>
            </a:r>
            <a:endParaRPr lang="en-US" sz="1800" b="1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514DB7-1A80-E423-1FD9-DADD1205D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994" y="638529"/>
            <a:ext cx="7772400" cy="389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761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D1C8F-1C3D-40D6-363D-5F55864CC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F48962-019C-F8E6-C8E9-7C3D1A1A1357}"/>
              </a:ext>
            </a:extLst>
          </p:cNvPr>
          <p:cNvSpPr txBox="1"/>
          <p:nvPr/>
        </p:nvSpPr>
        <p:spPr>
          <a:xfrm>
            <a:off x="2708644" y="5423180"/>
            <a:ext cx="60977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800" b="1">
                <a:solidFill>
                  <a:schemeClr val="tx1"/>
                </a:solidFill>
                <a:effectLst/>
                <a:latin typeface="+mn-lt"/>
              </a:rPr>
              <a:t>Repo privado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durante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 el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desarrollo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;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público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 al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finalizar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 (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CodeQL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) 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#3</a:t>
            </a:r>
            <a:endParaRPr lang="en-US" sz="1800" b="1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6BF007-017F-F75A-A4D8-C0BEC3668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83852"/>
            <a:ext cx="7772400" cy="389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995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1ABBB-2AF2-0BA1-4300-3A1944FA3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907DFD-E581-3379-2159-ACC0726AA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83852"/>
            <a:ext cx="7772400" cy="38902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8417FD-C897-560B-211A-9FA18F1A5651}"/>
              </a:ext>
            </a:extLst>
          </p:cNvPr>
          <p:cNvSpPr txBox="1"/>
          <p:nvPr/>
        </p:nvSpPr>
        <p:spPr>
          <a:xfrm>
            <a:off x="2719421" y="5934670"/>
            <a:ext cx="6098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800" b="1">
                <a:solidFill>
                  <a:schemeClr val="tx1"/>
                </a:solidFill>
                <a:effectLst/>
                <a:latin typeface="+mn-lt"/>
              </a:rPr>
              <a:t>Plan de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acción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 100%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rúbrica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 +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datos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 del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curso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validados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#2</a:t>
            </a:r>
            <a:endParaRPr lang="en-US" sz="1800" b="1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05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EEAAF-077A-7BED-A07B-477C8D5D4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A2E9CC-D44E-C0B3-F8AE-C37C6D825DE2}"/>
              </a:ext>
            </a:extLst>
          </p:cNvPr>
          <p:cNvSpPr txBox="1"/>
          <p:nvPr/>
        </p:nvSpPr>
        <p:spPr>
          <a:xfrm>
            <a:off x="3123314" y="5157367"/>
            <a:ext cx="60977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Estructura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inicial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 del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proyecto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DevSecOps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 CIB-204: 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+mn-lt"/>
              </a:rPr>
              <a:t>documentación</a:t>
            </a: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, tab… 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#1</a:t>
            </a:r>
            <a:endParaRPr lang="en-US" sz="1800" b="1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AE9C85-ADDD-7C42-DD91-14F7CCA83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52224"/>
            <a:ext cx="7772400" cy="389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386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13C47-A697-B226-D1B0-A32A09319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2CDA39-F824-D6FD-CFEB-022D1113D888}"/>
              </a:ext>
            </a:extLst>
          </p:cNvPr>
          <p:cNvSpPr txBox="1"/>
          <p:nvPr/>
        </p:nvSpPr>
        <p:spPr>
          <a:xfrm>
            <a:off x="240119" y="447145"/>
            <a:ext cx="19289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EV-C204-006</a:t>
            </a:r>
          </a:p>
          <a:p>
            <a:pPr marL="0" marR="0" indent="0" algn="l">
              <a:buNone/>
            </a:pPr>
            <a:endParaRPr lang="en-US" sz="1800" b="1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36F4E7-F097-D091-6878-91C5C0146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83852"/>
            <a:ext cx="7772400" cy="389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547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ABDEE-8D2E-2187-AA9D-9A29508D2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0DF2BD-8050-B2D5-4547-B39640363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10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793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E0658-B2FF-39DA-E00A-F01238171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7638DD-B9B0-87CC-3FB8-F4B7AC9BF972}"/>
              </a:ext>
            </a:extLst>
          </p:cNvPr>
          <p:cNvSpPr txBox="1"/>
          <p:nvPr/>
        </p:nvSpPr>
        <p:spPr>
          <a:xfrm>
            <a:off x="240119" y="323578"/>
            <a:ext cx="192892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EV-C204-006-pipeline-rojo</a:t>
            </a:r>
          </a:p>
          <a:p>
            <a:pPr marL="0" marR="0" indent="0" algn="l">
              <a:buNone/>
            </a:pPr>
            <a:endParaRPr lang="en-US" sz="1800" b="1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EC6B33-9C64-9B96-5992-7E6EB88AC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83852"/>
            <a:ext cx="7772400" cy="389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404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F6DA5-E8E2-B460-E2DF-B07DB4D15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9C56D2-A6F9-3EA3-E712-15906443CDF6}"/>
              </a:ext>
            </a:extLst>
          </p:cNvPr>
          <p:cNvSpPr txBox="1"/>
          <p:nvPr/>
        </p:nvSpPr>
        <p:spPr>
          <a:xfrm>
            <a:off x="240119" y="323578"/>
            <a:ext cx="192892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EV-C204-007-artifacts</a:t>
            </a:r>
          </a:p>
          <a:p>
            <a:pPr marL="0" marR="0" indent="0" algn="l">
              <a:buNone/>
            </a:pPr>
            <a:endParaRPr lang="en-US" sz="1800" b="1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FE9B33-226F-AAA5-0C2E-31EF4F411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83852"/>
            <a:ext cx="7772400" cy="389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419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B112B-4D41-9ADA-7441-8DC3070B1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F6B8AF-D057-AECD-DD5B-4500C52C7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83852"/>
            <a:ext cx="7772400" cy="38902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C4C1BE-9C4F-4500-A8AE-B70A00CF50B7}"/>
              </a:ext>
            </a:extLst>
          </p:cNvPr>
          <p:cNvSpPr txBox="1"/>
          <p:nvPr/>
        </p:nvSpPr>
        <p:spPr>
          <a:xfrm>
            <a:off x="240119" y="323578"/>
            <a:ext cx="192892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EV-C204-008-semgrep-rojo</a:t>
            </a:r>
          </a:p>
          <a:p>
            <a:pPr marL="0" marR="0" indent="0" algn="l">
              <a:buNone/>
            </a:pPr>
            <a:endParaRPr lang="en-US" sz="1800" b="1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797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6D306-9E22-0C70-9E83-3230769F6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BCF34EE-BF43-F646-1162-0686FECCF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83852"/>
            <a:ext cx="7772400" cy="38902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92CCCB-D3FC-4DA9-DF61-DE50A9057D4A}"/>
              </a:ext>
            </a:extLst>
          </p:cNvPr>
          <p:cNvSpPr txBox="1"/>
          <p:nvPr/>
        </p:nvSpPr>
        <p:spPr>
          <a:xfrm>
            <a:off x="240119" y="323578"/>
            <a:ext cx="192892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EV-C204-010-imagen-trivy</a:t>
            </a:r>
          </a:p>
          <a:p>
            <a:pPr marL="0" marR="0" indent="0" algn="l">
              <a:buNone/>
            </a:pPr>
            <a:endParaRPr lang="en-US" sz="1800" b="1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404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895D6-313D-AC87-09AC-1A3AA0BD3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BA0D5C-522D-9203-74CF-9E64D2A1C110}"/>
              </a:ext>
            </a:extLst>
          </p:cNvPr>
          <p:cNvSpPr txBox="1"/>
          <p:nvPr/>
        </p:nvSpPr>
        <p:spPr>
          <a:xfrm>
            <a:off x="240119" y="323578"/>
            <a:ext cx="19289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EV-C204-011-dast-zap-verde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8396D2-81E0-FC0F-071F-B18507914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83852"/>
            <a:ext cx="7772400" cy="389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961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145</Words>
  <Application>Microsoft Macintosh PowerPoint</Application>
  <PresentationFormat>Widescreen</PresentationFormat>
  <Paragraphs>33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Eduardo Vega Arguedas</dc:creator>
  <cp:lastModifiedBy>Eduardo Vega Arguedas</cp:lastModifiedBy>
  <cp:revision>1</cp:revision>
  <dcterms:created xsi:type="dcterms:W3CDTF">2026-09-18T15:34:25Z</dcterms:created>
  <dcterms:modified xsi:type="dcterms:W3CDTF">2026-09-19T02:22:48Z</dcterms:modified>
</cp:coreProperties>
</file>